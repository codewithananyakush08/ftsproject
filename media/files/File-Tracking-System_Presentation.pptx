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-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 Verma" userId="fd4f8ea4f1d9d71d" providerId="LiveId" clId="{D5EAC638-DB79-49DA-94AC-852CC9C51EF4}"/>
    <pc:docChg chg="undo custSel modSld">
      <pc:chgData name="Madhu Verma" userId="fd4f8ea4f1d9d71d" providerId="LiveId" clId="{D5EAC638-DB79-49DA-94AC-852CC9C51EF4}" dt="2026-07-28T16:01:24.741" v="264" actId="6549"/>
      <pc:docMkLst>
        <pc:docMk/>
      </pc:docMkLst>
      <pc:sldChg chg="modSp mod">
        <pc:chgData name="Madhu Verma" userId="fd4f8ea4f1d9d71d" providerId="LiveId" clId="{D5EAC638-DB79-49DA-94AC-852CC9C51EF4}" dt="2026-07-28T15:52:39.313" v="46" actId="20577"/>
        <pc:sldMkLst>
          <pc:docMk/>
          <pc:sldMk cId="0" sldId="257"/>
        </pc:sldMkLst>
        <pc:spChg chg="mod">
          <ac:chgData name="Madhu Verma" userId="fd4f8ea4f1d9d71d" providerId="LiveId" clId="{D5EAC638-DB79-49DA-94AC-852CC9C51EF4}" dt="2026-07-28T15:52:39.313" v="46" actId="20577"/>
          <ac:spMkLst>
            <pc:docMk/>
            <pc:sldMk cId="0" sldId="257"/>
            <ac:spMk id="20" creationId="{00000000-0000-0000-0000-000000000000}"/>
          </ac:spMkLst>
        </pc:spChg>
      </pc:sldChg>
      <pc:sldChg chg="modSp mod">
        <pc:chgData name="Madhu Verma" userId="fd4f8ea4f1d9d71d" providerId="LiveId" clId="{D5EAC638-DB79-49DA-94AC-852CC9C51EF4}" dt="2026-07-28T16:01:24.741" v="264" actId="6549"/>
        <pc:sldMkLst>
          <pc:docMk/>
          <pc:sldMk cId="0" sldId="258"/>
        </pc:sldMkLst>
        <pc:spChg chg="mod">
          <ac:chgData name="Madhu Verma" userId="fd4f8ea4f1d9d71d" providerId="LiveId" clId="{D5EAC638-DB79-49DA-94AC-852CC9C51EF4}" dt="2026-07-28T16:00:56.748" v="254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9:10.705" v="229" actId="403"/>
          <ac:spMkLst>
            <pc:docMk/>
            <pc:sldMk cId="0" sldId="258"/>
            <ac:spMk id="4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9:10.705" v="229" actId="403"/>
          <ac:spMkLst>
            <pc:docMk/>
            <pc:sldMk cId="0" sldId="258"/>
            <ac:spMk id="5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9:10.705" v="229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Madhu Verma" userId="fd4f8ea4f1d9d71d" providerId="LiveId" clId="{D5EAC638-DB79-49DA-94AC-852CC9C51EF4}" dt="2026-07-28T16:01:09.464" v="257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Madhu Verma" userId="fd4f8ea4f1d9d71d" providerId="LiveId" clId="{D5EAC638-DB79-49DA-94AC-852CC9C51EF4}" dt="2026-07-28T16:01:24.741" v="264" actId="6549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9:10.705" v="229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adhu Verma" userId="fd4f8ea4f1d9d71d" providerId="LiveId" clId="{D5EAC638-DB79-49DA-94AC-852CC9C51EF4}" dt="2026-07-28T16:00:41.566" v="251" actId="404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adhu Verma" userId="fd4f8ea4f1d9d71d" providerId="LiveId" clId="{D5EAC638-DB79-49DA-94AC-852CC9C51EF4}" dt="2026-07-28T16:01:03.539" v="256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9:10.705" v="229" actId="403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9:54.835" v="240" actId="403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adhu Verma" userId="fd4f8ea4f1d9d71d" providerId="LiveId" clId="{D5EAC638-DB79-49DA-94AC-852CC9C51EF4}" dt="2026-07-28T16:00:26.611" v="248" actId="14100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9:10.705" v="229" actId="403"/>
          <ac:spMkLst>
            <pc:docMk/>
            <pc:sldMk cId="0" sldId="258"/>
            <ac:spMk id="22" creationId="{00000000-0000-0000-0000-000000000000}"/>
          </ac:spMkLst>
        </pc:spChg>
        <pc:spChg chg="mod">
          <ac:chgData name="Madhu Verma" userId="fd4f8ea4f1d9d71d" providerId="LiveId" clId="{D5EAC638-DB79-49DA-94AC-852CC9C51EF4}" dt="2026-07-28T16:00:07.103" v="243" actId="403"/>
          <ac:spMkLst>
            <pc:docMk/>
            <pc:sldMk cId="0" sldId="258"/>
            <ac:spMk id="26" creationId="{00000000-0000-0000-0000-000000000000}"/>
          </ac:spMkLst>
        </pc:spChg>
        <pc:spChg chg="mod">
          <ac:chgData name="Madhu Verma" userId="fd4f8ea4f1d9d71d" providerId="LiveId" clId="{D5EAC638-DB79-49DA-94AC-852CC9C51EF4}" dt="2026-07-28T16:00:32.150" v="249" actId="14100"/>
          <ac:spMkLst>
            <pc:docMk/>
            <pc:sldMk cId="0" sldId="258"/>
            <ac:spMk id="28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9:10.705" v="229" actId="403"/>
          <ac:spMkLst>
            <pc:docMk/>
            <pc:sldMk cId="0" sldId="258"/>
            <ac:spMk id="29" creationId="{00000000-0000-0000-0000-000000000000}"/>
          </ac:spMkLst>
        </pc:spChg>
        <pc:spChg chg="mod">
          <ac:chgData name="Madhu Verma" userId="fd4f8ea4f1d9d71d" providerId="LiveId" clId="{D5EAC638-DB79-49DA-94AC-852CC9C51EF4}" dt="2026-07-28T16:00:15.214" v="246" actId="403"/>
          <ac:spMkLst>
            <pc:docMk/>
            <pc:sldMk cId="0" sldId="258"/>
            <ac:spMk id="33" creationId="{00000000-0000-0000-0000-000000000000}"/>
          </ac:spMkLst>
        </pc:spChg>
      </pc:sldChg>
      <pc:sldChg chg="modSp mod">
        <pc:chgData name="Madhu Verma" userId="fd4f8ea4f1d9d71d" providerId="LiveId" clId="{D5EAC638-DB79-49DA-94AC-852CC9C51EF4}" dt="2026-07-28T15:57:35.207" v="226" actId="403"/>
        <pc:sldMkLst>
          <pc:docMk/>
          <pc:sldMk cId="0" sldId="261"/>
        </pc:sldMkLst>
        <pc:spChg chg="mod">
          <ac:chgData name="Madhu Verma" userId="fd4f8ea4f1d9d71d" providerId="LiveId" clId="{D5EAC638-DB79-49DA-94AC-852CC9C51EF4}" dt="2026-07-28T15:55:27.085" v="4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6:44.628" v="215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5:32.435" v="49" actId="403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6:29.711" v="213" actId="403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6:04.483" v="71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6:21.262" v="208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7:03.662" v="218" actId="403"/>
          <ac:spMkLst>
            <pc:docMk/>
            <pc:sldMk cId="0" sldId="261"/>
            <ac:spMk id="20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7:15.285" v="220" actId="403"/>
          <ac:spMkLst>
            <pc:docMk/>
            <pc:sldMk cId="0" sldId="261"/>
            <ac:spMk id="22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7:21.795" v="222" actId="403"/>
          <ac:spMkLst>
            <pc:docMk/>
            <pc:sldMk cId="0" sldId="261"/>
            <ac:spMk id="24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7:28.734" v="224" actId="403"/>
          <ac:spMkLst>
            <pc:docMk/>
            <pc:sldMk cId="0" sldId="261"/>
            <ac:spMk id="26" creationId="{00000000-0000-0000-0000-000000000000}"/>
          </ac:spMkLst>
        </pc:spChg>
        <pc:spChg chg="mod">
          <ac:chgData name="Madhu Verma" userId="fd4f8ea4f1d9d71d" providerId="LiveId" clId="{D5EAC638-DB79-49DA-94AC-852CC9C51EF4}" dt="2026-07-28T15:57:35.207" v="226" actId="403"/>
          <ac:spMkLst>
            <pc:docMk/>
            <pc:sldMk cId="0" sldId="261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77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34095" y="-2743200"/>
            <a:ext cx="7315200" cy="7315200"/>
          </a:xfrm>
          <a:prstGeom prst="ellipse">
            <a:avLst/>
          </a:prstGeom>
          <a:solidFill>
            <a:srgbClr val="128A4F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4EA674">
              <a:alpha val="3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3D7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Verma  ·  Ananya Kushwaha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PRESENTATION ·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
</a:t>
            </a:r>
            <a:r>
              <a:rPr lang="en-US" sz="7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solution to replace manual file movement at Green Gas Limited.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13892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Kushwaha</a:t>
            </a:r>
          </a:p>
          <a:p>
            <a:pPr marL="0" indent="0">
              <a:buNone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Verma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4846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513892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IT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55280" y="4846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513892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Girls Polytechnic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 w="12700">
            <a:solidFill>
              <a:srgbClr val="F5FB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AF5ED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EAF5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Ananya Kushwaha  .  Madhu Verma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· OUR 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Team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 Diploma in Information Technology, Govt. Girls Polytechnic Lucknow.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5394960" cy="13716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60120" y="3429000"/>
            <a:ext cx="1371600" cy="1371600"/>
          </a:xfrm>
          <a:prstGeom prst="ellipse">
            <a:avLst/>
          </a:prstGeom>
          <a:solidFill>
            <a:srgbClr val="128A4F"/>
          </a:solidFill>
          <a:ln w="381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3429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514600" y="3566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Kushwaha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14600" y="4114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Fronted-UI &amp; Documentation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14600" y="4480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IT – 2024-2027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4754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Girls Polytechnic, Lucknow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01752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394960" cy="13716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583680" y="3429000"/>
            <a:ext cx="1371600" cy="1371600"/>
          </a:xfrm>
          <a:prstGeom prst="ellipse">
            <a:avLst/>
          </a:prstGeom>
          <a:solidFill>
            <a:srgbClr val="128A4F"/>
          </a:solidFill>
          <a:ln w="381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83680" y="3429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138160" y="3566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Verma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138160" y="4114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Lead-Backed &amp; Database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38160" y="4480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IT · 2024–2027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38160" y="4754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Girls Polytechnic, Lucknow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2268" y="-70841"/>
            <a:ext cx="12191695" cy="7274003"/>
          </a:xfrm>
          <a:prstGeom prst="rect">
            <a:avLst/>
          </a:prstGeom>
          <a:solidFill>
            <a:srgbClr val="F5FBF7"/>
          </a:solidFill>
          <a:ln w="12700">
            <a:solidFill>
              <a:srgbClr val="F5FBF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AF5ED">
              <a:alpha val="60000"/>
            </a:srgbClr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EAF5ED">
              <a:alpha val="50000"/>
            </a:srgbClr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9" name="Text 7"/>
          <p:cNvSpPr/>
          <p:nvPr/>
        </p:nvSpPr>
        <p:spPr>
          <a:xfrm>
            <a:off x="297180" y="6792183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Ananya Kushwaha  .  Madhu Verma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· OUR MENTORS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Guided Us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mentors at Softpro India shaped our learning journey.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3657600" cy="35204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657600" cy="13716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6" name="Shape 14"/>
          <p:cNvSpPr/>
          <p:nvPr/>
        </p:nvSpPr>
        <p:spPr>
          <a:xfrm>
            <a:off x="1691640" y="3200400"/>
            <a:ext cx="1188720" cy="1188720"/>
          </a:xfrm>
          <a:prstGeom prst="ellipse">
            <a:avLst/>
          </a:prstGeom>
          <a:solidFill>
            <a:srgbClr val="128A4F"/>
          </a:solidFill>
          <a:ln w="381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" name="Text 15"/>
          <p:cNvSpPr/>
          <p:nvPr/>
        </p:nvSpPr>
        <p:spPr>
          <a:xfrm>
            <a:off x="1691640" y="3200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94360" y="4480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TRAINER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4800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Brijesh Mishra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" y="53035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us Python from basics — variables, loops, functions, OOP — the foundation of our project.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251960" y="2880360"/>
            <a:ext cx="3657600" cy="35204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2" name="Shape 20"/>
          <p:cNvSpPr/>
          <p:nvPr/>
        </p:nvSpPr>
        <p:spPr>
          <a:xfrm>
            <a:off x="4251960" y="2880360"/>
            <a:ext cx="3657600" cy="13716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3" name="Shape 21"/>
          <p:cNvSpPr/>
          <p:nvPr/>
        </p:nvSpPr>
        <p:spPr>
          <a:xfrm>
            <a:off x="5486400" y="3200400"/>
            <a:ext cx="1188720" cy="1188720"/>
          </a:xfrm>
          <a:prstGeom prst="ellipse">
            <a:avLst/>
          </a:prstGeom>
          <a:solidFill>
            <a:srgbClr val="128A4F"/>
          </a:solidFill>
          <a:ln w="381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4" name="Text 22"/>
          <p:cNvSpPr/>
          <p:nvPr/>
        </p:nvSpPr>
        <p:spPr>
          <a:xfrm>
            <a:off x="5486400" y="3200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4389120" y="4480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MENTOR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89120" y="4800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Er. Rohit Kumar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480560" y="53035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us in HTML, CSS, JavaScript &amp; Bootstrap to build clean, responsive user interfaces.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8046720" y="2880359"/>
            <a:ext cx="3657600" cy="3520439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Shape 27"/>
          <p:cNvSpPr/>
          <p:nvPr/>
        </p:nvSpPr>
        <p:spPr>
          <a:xfrm>
            <a:off x="8046720" y="2880360"/>
            <a:ext cx="3657600" cy="13716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0" name="Shape 28"/>
          <p:cNvSpPr/>
          <p:nvPr/>
        </p:nvSpPr>
        <p:spPr>
          <a:xfrm>
            <a:off x="9281160" y="3200400"/>
            <a:ext cx="1188720" cy="1188720"/>
          </a:xfrm>
          <a:prstGeom prst="ellipse">
            <a:avLst/>
          </a:prstGeom>
          <a:solidFill>
            <a:srgbClr val="128A4F"/>
          </a:solidFill>
          <a:ln w="381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1" name="Text 29"/>
          <p:cNvSpPr/>
          <p:nvPr/>
        </p:nvSpPr>
        <p:spPr>
          <a:xfrm>
            <a:off x="9281160" y="3200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8183880" y="4480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DJANGO MENTOR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83880" y="4800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Mohammad Asif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275320" y="53035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us connect Django with SQLite and build the full backend of the File Tracking System.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 w="12700">
            <a:solidFill>
              <a:srgbClr val="F5FB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AF5ED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EAF5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Kushwaha  .  Madhu Verma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· ORGANISATION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Softpro India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 training and software development company based in Lucknow, offering hands-on industry exposure.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486400" cy="3383280"/>
          </a:xfrm>
          <a:prstGeom prst="roundRect">
            <a:avLst>
              <a:gd name="adj" fmla="val 3243"/>
            </a:avLst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Lucknow-based IT company delivering software development services and structured industry training programs — helping students gain real-world engineering experience.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OFFERED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2700000">
            <a:off x="6263640" y="3401568"/>
            <a:ext cx="1828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29400" y="32918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&amp; software solutions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 rot="2700000">
            <a:off x="6263640" y="4087368"/>
            <a:ext cx="1828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29400" y="39776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industry projects for trainees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 rot="2700000">
            <a:off x="6263640" y="4773168"/>
            <a:ext cx="1828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629400" y="46634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 &amp; industrial training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 rot="2700000">
            <a:off x="6263640" y="5458968"/>
            <a:ext cx="1828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29400" y="53492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training in Python, Java, Web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 w="12700">
            <a:solidFill>
              <a:srgbClr val="F5FB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AF5ED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EAF5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Ananya Kushwaha  .Madhu Verma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· LEADERSHIP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Softpro India — Leadership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leaders behind our industrial training journey.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05840" y="3246120"/>
            <a:ext cx="1554480" cy="1554480"/>
          </a:xfrm>
          <a:prstGeom prst="ellipse">
            <a:avLst/>
          </a:prstGeom>
          <a:solidFill>
            <a:srgbClr val="0B5D3B"/>
          </a:solidFill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5840" y="32461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69748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DIRECTOR &amp; CHAIRMAN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Er. Ajay Chaudhary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5029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27+ years of experience in tech and training. Member — Academic Council IET Lucknow, BOS BTEUP, Ex-Executive Council AKTU. Worked with SGPGI, Apollo &amp; Petronas Group</a:t>
            </a:r>
            <a:endParaRPr lang="en-US"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2880360"/>
            <a:ext cx="5394960" cy="3383279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629400" y="3246120"/>
            <a:ext cx="1554480" cy="1554480"/>
          </a:xfrm>
          <a:prstGeom prst="ellipse">
            <a:avLst/>
          </a:prstGeom>
          <a:solidFill>
            <a:srgbClr val="0B5D3B"/>
          </a:solidFill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29400" y="32461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32104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Er. Yashi Asthana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83680" y="5029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Youngest Ceo of 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Softpro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 Group.16+ years with the  Company, guiding its growth from Lucknow across India . Started her career With Wipro Technologies , Mysore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44727" y="45721"/>
            <a:ext cx="12191695" cy="6858000"/>
          </a:xfrm>
          <a:prstGeom prst="rect">
            <a:avLst/>
          </a:prstGeom>
          <a:solidFill>
            <a:srgbClr val="F5FBF7"/>
          </a:solidFill>
          <a:ln w="12700">
            <a:solidFill>
              <a:srgbClr val="F5FB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AF5ED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EAF5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Ananya Kushwaha . Madhu Verma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· INTRODUCTION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organisation moves thousands of files daily. Green Gas Limited still relies on physical files.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FILE TRACKING?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every movement of a file — who created it, who received it, when it was forwarded, and its current status — so nothing gets lost or delayed.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2880360"/>
            <a:ext cx="5349240" cy="3383280"/>
          </a:xfrm>
          <a:prstGeom prst="roundRect">
            <a:avLst>
              <a:gd name="adj" fmla="val 3243"/>
            </a:avLst>
          </a:prstGeom>
          <a:solidFill>
            <a:srgbClr val="FFF5DB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00800" y="2880360"/>
            <a:ext cx="137160" cy="3383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75120" y="3017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PAIN POINTS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 rot="2700000">
            <a:off x="6720840" y="3657600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040880" y="35204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misplaced or stuck on desks for days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 rot="2700000">
            <a:off x="6720840" y="4251960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040880" y="4114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a file's current status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 rot="2700000">
            <a:off x="6720840" y="4846320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040880" y="4709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approvals &amp; unhappy citizens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 rot="2700000">
            <a:off x="6720840" y="5440680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040880" y="5303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 when things go wrong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 w="12700">
            <a:solidFill>
              <a:srgbClr val="F5FB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AF5ED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EAF5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Ananya Kushwaha  .  Madhu Verma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· EXISTING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Manual System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109728" cy="173736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2971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2186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5800" y="37033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logged by hand — slow and error-prone.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283464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343400" y="2834640"/>
            <a:ext cx="109728" cy="173736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0" y="2971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2186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Status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0" y="37033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to physically ask people to find a file.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283464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229600" y="2834640"/>
            <a:ext cx="109728" cy="173736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458200" y="2971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58200" y="32186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Get Lost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58200" y="37033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move desk to desk with no receipt or trail.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109728" cy="173736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858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51389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85800" y="56235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record of who did what and when.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43400" y="475488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343400" y="4754880"/>
            <a:ext cx="109728" cy="173736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51389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Retrieval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572000" y="56235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files mean digging through cupboards.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29600" y="475488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229600" y="4754880"/>
            <a:ext cx="109728" cy="173736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4582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58200" y="51389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Accountability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458200" y="56235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clearly owns the file movement.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 w="12700">
            <a:solidFill>
              <a:srgbClr val="F5FB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AF5ED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EAF5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Kushwaha  . Madhu Verma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· OBJECTIVES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Aims to Do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clear goals that shape every feature we built.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EAF5ED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594360" cy="594360"/>
          </a:xfrm>
          <a:prstGeom prst="ellipse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28346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file movement end-to-end.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9632" y="283464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EAF5ED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382512" y="3063240"/>
            <a:ext cx="594360" cy="594360"/>
          </a:xfrm>
          <a:prstGeom prst="ellipse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82512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14032" y="28346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tracking of every file.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050792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EAF5ED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0080" y="4279392"/>
            <a:ext cx="594360" cy="594360"/>
          </a:xfrm>
          <a:prstGeom prst="ellipse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" y="4279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71600" y="4050792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role-based access &amp; permissions.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9632" y="4050792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EAF5ED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382512" y="4279392"/>
            <a:ext cx="594360" cy="594360"/>
          </a:xfrm>
          <a:prstGeom prst="ellipse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82512" y="4279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14032" y="4050792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searchable history and audit trail.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5266944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EAF5ED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40080" y="5495544"/>
            <a:ext cx="594360" cy="594360"/>
          </a:xfrm>
          <a:prstGeom prst="ellipse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" y="54955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371600" y="5266944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clear accountability at every step.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9632" y="5266944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EAF5ED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382512" y="5495544"/>
            <a:ext cx="594360" cy="594360"/>
          </a:xfrm>
          <a:prstGeom prst="ellipse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82512" y="54955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14032" y="5266944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quick reports for management.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 w="12700">
            <a:solidFill>
              <a:srgbClr val="F5FB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AF5ED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EAF5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Verma  ·  Ananya Kushwaha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· PROPOSED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File Tracking System delivers to end users.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703320" cy="91440"/>
          </a:xfrm>
          <a:prstGeom prst="rect">
            <a:avLst/>
          </a:prstGeom>
          <a:solidFill>
            <a:srgbClr val="4EA674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291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Roles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376732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for admin, sender, receiver — each sees only what they should.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283464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343400" y="2834640"/>
            <a:ext cx="3703320" cy="91440"/>
          </a:xfrm>
          <a:prstGeom prst="rect">
            <a:avLst/>
          </a:prstGeom>
          <a:solidFill>
            <a:srgbClr val="4EA674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291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Entry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0" y="376732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file with title, subject, department, priority, attachments.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283464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229600" y="2834640"/>
            <a:ext cx="3703320" cy="91440"/>
          </a:xfrm>
          <a:prstGeom prst="rect">
            <a:avLst/>
          </a:prstGeom>
          <a:solidFill>
            <a:srgbClr val="4EA674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4582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58200" y="3291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/ Receive / Forward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58200" y="376732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file to another user — every hop is logged automatically.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3703320" cy="91440"/>
          </a:xfrm>
          <a:prstGeom prst="rect">
            <a:avLst/>
          </a:prstGeom>
          <a:solidFill>
            <a:srgbClr val="4EA674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8580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Dashboard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85800" y="568756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pending, in-progress, and closed files at a glance.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43400" y="475488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343400" y="4754880"/>
            <a:ext cx="3703320" cy="91440"/>
          </a:xfrm>
          <a:prstGeom prst="rect">
            <a:avLst/>
          </a:prstGeom>
          <a:solidFill>
            <a:srgbClr val="4EA674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572000" y="568756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file by number, subject, department, date, or status.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29600" y="4754880"/>
            <a:ext cx="3703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229600" y="4754880"/>
            <a:ext cx="3703320" cy="91440"/>
          </a:xfrm>
          <a:prstGeom prst="rect">
            <a:avLst/>
          </a:prstGeom>
          <a:solidFill>
            <a:srgbClr val="4EA674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45820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5820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458200" y="568756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summary reports by department, user, or date range.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 w="12700">
            <a:solidFill>
              <a:srgbClr val="F5FB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AF5ED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EAF5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Ananya Kushwaha  .  Madhu Verma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·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file travels through the system — every step is captured.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8028" y="338328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8028" y="35204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3748" y="38404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3748" y="43434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8812" y="3749040"/>
            <a:ext cx="137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2506828" y="338328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06828" y="35204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52548" y="38404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52548" y="43434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details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7612" y="3749040"/>
            <a:ext cx="137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4335628" y="338328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335628" y="35204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1348" y="38404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1348" y="43434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dept.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6412" y="3749040"/>
            <a:ext cx="137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6164428" y="338328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64428" y="35204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0148" y="38404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0148" y="43434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65212" y="3749040"/>
            <a:ext cx="137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7993228" y="338328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993228" y="35204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38948" y="38404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Reply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38948" y="43434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94012" y="3749040"/>
            <a:ext cx="137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39" name="Shape 37"/>
          <p:cNvSpPr/>
          <p:nvPr/>
        </p:nvSpPr>
        <p:spPr>
          <a:xfrm>
            <a:off x="9822028" y="338328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0B5D3B"/>
          </a:solidFill>
          <a:ln w="254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822028" y="35204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67748" y="38404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Reports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867748" y="43434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21208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AF5ED"/>
          </a:solidFill>
          <a:ln w="127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57200" y="5212080"/>
            <a:ext cx="1371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77240" y="5257800"/>
            <a:ext cx="10835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— sender, receiver, timestamp, remarks — is written to the audit log, so the full journey of any file can be replayed at any time.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 w="12700">
            <a:solidFill>
              <a:srgbClr val="F5FBF7"/>
            </a:solidFill>
            <a:prstDash val="solid"/>
          </a:ln>
        </p:spPr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AF5ED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EAF5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Ananya Kushwaha .Madhu Verma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· TECH STACK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technologies we used to build the File Tracking System.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3708" y="288036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03708" y="2880360"/>
            <a:ext cx="274320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2308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8028" y="381304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52348" y="3703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8028" y="431596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52348" y="4206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8028" y="481888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52348" y="4709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8028" y="532180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52348" y="5212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84068" y="288036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84068" y="2880360"/>
            <a:ext cx="2743200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512668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558388" y="381304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832708" y="3703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558388" y="431596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832708" y="4206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Framework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64428" y="288036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164428" y="2880360"/>
            <a:ext cx="27432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93028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38748" y="381304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713068" y="3703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044788" y="2880360"/>
            <a:ext cx="27432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273388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319108" y="381304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593428" y="3703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593428" y="4206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319108" y="481888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593428" y="4709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 w="12700">
            <a:solidFill>
              <a:srgbClr val="F5FB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AF5ED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EAF5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Ananya Kushwaha  .  Madhu Verma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· ADVANTAGES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Matters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685800" cy="685800"/>
          </a:xfrm>
          <a:prstGeom prst="ellipse">
            <a:avLst/>
          </a:prstGeom>
          <a:solidFill>
            <a:srgbClr val="EAF5ED"/>
          </a:solidFill>
          <a:ln w="254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3108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move in seconds instead of days.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288036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0" y="3154680"/>
            <a:ext cx="685800" cy="685800"/>
          </a:xfrm>
          <a:prstGeom prst="ellipse">
            <a:avLst/>
          </a:prstGeom>
          <a:solidFill>
            <a:srgbClr val="EAF5ED"/>
          </a:solidFill>
          <a:ln w="254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94960" y="3108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36576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can see where a file stands.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288036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58200" y="3154680"/>
            <a:ext cx="685800" cy="685800"/>
          </a:xfrm>
          <a:prstGeom prst="ellipse">
            <a:avLst/>
          </a:prstGeom>
          <a:solidFill>
            <a:srgbClr val="EAF5ED"/>
          </a:solidFill>
          <a:ln w="254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45820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81160" y="3108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281160" y="36576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stamped with user &amp; time.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85800" y="5029200"/>
            <a:ext cx="685800" cy="685800"/>
          </a:xfrm>
          <a:prstGeom prst="ellipse">
            <a:avLst/>
          </a:prstGeom>
          <a:solidFill>
            <a:srgbClr val="EAF5ED"/>
          </a:solidFill>
          <a:ln w="254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85800" y="5029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508760" y="49834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508760" y="55321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registers, greener office.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43400" y="475488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572000" y="5029200"/>
            <a:ext cx="685800" cy="685800"/>
          </a:xfrm>
          <a:prstGeom prst="ellipse">
            <a:avLst/>
          </a:prstGeom>
          <a:solidFill>
            <a:srgbClr val="EAF5ED"/>
          </a:solidFill>
          <a:ln w="254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0" y="5029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94960" y="49834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94960" y="55321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old file is one search away.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29600" y="475488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458200" y="5029200"/>
            <a:ext cx="685800" cy="685800"/>
          </a:xfrm>
          <a:prstGeom prst="ellipse">
            <a:avLst/>
          </a:prstGeom>
          <a:solidFill>
            <a:srgbClr val="EAF5ED"/>
          </a:solidFill>
          <a:ln w="25400">
            <a:solidFill>
              <a:srgbClr val="4EA6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458200" y="5029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281160" y="49834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281160" y="55321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protects sensitive data.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 w="12700">
            <a:solidFill>
              <a:srgbClr val="F5FB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AF5ED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EAF5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Ananya Kushwaha   .   Madhu Verma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· FUTURE SCOPE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Can Go Next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we plan to explore as the system evolves.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13716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37360" y="299008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33832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files on the go from Android and iOS.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288036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99632" y="2880360"/>
            <a:ext cx="13716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73952" y="3017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79792" y="299008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79792" y="33832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notings and approvals digitally, with legal validity.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4050792"/>
            <a:ext cx="13716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" y="418795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737360" y="41605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Routing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737360" y="455371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the next best department automatically.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99632" y="4050792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99632" y="4050792"/>
            <a:ext cx="13716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73952" y="418795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479792" y="41605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Barcode Tags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479792" y="455371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physical file to open its digital record.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221224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7200" y="5221224"/>
            <a:ext cx="13716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31520" y="535838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737360" y="53309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737360" y="572414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insights on bottlenecks and processing time.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5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34095" y="-2743200"/>
            <a:ext cx="7315200" cy="7315200"/>
          </a:xfrm>
          <a:prstGeom prst="ellipse">
            <a:avLst/>
          </a:prstGeom>
          <a:solidFill>
            <a:srgbClr val="128A4F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4EA674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8229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Tracking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62495" y="292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Gas Limited  ·  Softpro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12700">
            <a:solidFill>
              <a:srgbClr val="3D7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Ananya Kushwaha  .  Madhu Verma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62895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  <a:r>
              <a:rPr lang="en-US" sz="9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1371600" y="365760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Tracking System replaces slow, error-prone paperwork with a fast, transparent, and accountable digital process — a small idea with a big impact.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43200" y="4937760"/>
            <a:ext cx="6675120" cy="0"/>
          </a:xfrm>
          <a:prstGeom prst="line">
            <a:avLst/>
          </a:prstGeom>
          <a:noFill/>
          <a:ln w="12700">
            <a:solidFill>
              <a:srgbClr val="3D7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5440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Kushwaha &amp; Madhu Verma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5120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5440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hear them.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1301</Words>
  <Application>Microsoft Office PowerPoint</Application>
  <PresentationFormat>Widescreen</PresentationFormat>
  <Paragraphs>287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Tracking System</dc:title>
  <dc:subject>PptxGenJS Presentation</dc:subject>
  <dc:creator>PptxGenJS</dc:creator>
  <cp:lastModifiedBy>HP</cp:lastModifiedBy>
  <cp:revision>6</cp:revision>
  <dcterms:created xsi:type="dcterms:W3CDTF">2026-07-28T15:41:59Z</dcterms:created>
  <dcterms:modified xsi:type="dcterms:W3CDTF">2026-07-29T03:21:35Z</dcterms:modified>
</cp:coreProperties>
</file>